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DA04B-760F-4464-91B0-A92C6088A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259517-2A2D-4CA4-B469-E4520FEAC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A0789-2D49-4F72-A725-399F823A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585CB2-9550-46ED-8F48-9E89BB07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22927F-02C9-4248-9897-3092D847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90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D67F8-BCA1-4B28-8BC1-1E348FCE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5F4B01-5766-42CB-839C-027BF9C41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F675DE-CCD0-4A86-840E-5DE842E03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95E2D4-5440-465A-9768-AE042865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79F2B8-B37A-4EAD-A9ED-C91AD07D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666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1E558-27BD-482D-880C-C0FA78E35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123BD3-AB6A-4CC3-A9E1-9F9D5E8C6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CF906F-22DF-4A5F-A29A-1E258A59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73AFDE-B1F5-4CA1-90DA-DF9ED0C6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310F5C-41D0-4E86-A3F9-057D13E3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75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52214C-1751-45C5-B6D8-643628D4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FAAAD3-21B0-4D88-B39D-FFBFE51C6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D5EEF6-2751-40E9-AB6E-EE7C14C9E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972ADE-B839-41D0-BFEF-0E7667DB7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8DE930-9418-4FD5-A3E2-042ED8EAD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904F47-C188-4C46-970D-5207A93A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32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7BBBC9-7E52-4707-8E76-C4D9F0C3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56A078-C62D-4766-8378-967ADA68A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9EE7CF-C1F7-46CB-BEF3-5418A42AF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1C3279-5C3E-4254-836F-2BA209426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DDDB5F-6AAB-4CF3-865E-B63704FB0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BFB0DE3-78D8-459F-AB74-6F2ECA61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CA71A9-973C-40A3-8D93-EDE4A892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678AF3-1660-4C38-A472-7EE557AC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02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8E6D5-9390-4752-B08E-E6583E358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C4D9C1-46EB-445E-B95D-3C378655C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322BDB-AEE5-4613-B44D-7B30B741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2A06AD-BEF9-45B5-9BEF-546146BC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53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6ED6FC-155C-4037-BE5A-1095BCADE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C07747-1613-4A92-AF10-D7694120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2C346E-B7A3-448E-A24F-15F277C6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574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FC5A5-17BE-4A15-9BB3-7AF8EC65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E95250-DE97-4BF3-A6DA-616FD635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0A419D-1E39-466E-B95D-3B3B7B402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3FE647-9509-4E12-BE71-B5F96E34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B4D757-D039-490E-91B5-E9A9F178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C70C6B-7C41-4934-939D-6AEFA5ED1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89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02AC9-4993-4086-B2B2-95E9D91A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184BDBC-DD4C-47E2-AAC8-BAE652A8E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7BFE2D-F9B1-401A-9DCC-9EDBAB07D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056653-FCB9-42A4-9D25-3B2B2ABB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49F4FE-3B0C-429E-A983-530F2A37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6A43C0-D33E-4FBC-8E47-ADADFAF3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36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A64B0B-A280-4266-A8C7-FA606971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390C76-B9D9-4BAF-B758-F638A0447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FDBF4F-5AD5-4EAD-BEBD-94DEE4BB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77FD62-B542-401F-A968-6782E0DB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1CB5EA-2815-4370-B4E6-E2557D78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86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33B3CB-D81A-4009-BBFC-B96FF7867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97155B-17D6-4B30-8062-31DD73145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5F496C-C3E7-4C53-999B-A3860E056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DE5CF2-AABC-4CA5-9A4F-67350868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3662E3-D697-4E78-B318-DF80EF25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8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438C7-7A21-46B9-B6F4-1C8B6073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E3AC96-38B9-4B1C-ACA8-06F67A651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19CBF2-FFEA-43C5-9D6D-C0533EAA3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08686-7586-4E9E-BC85-23A71E0EE1E4}" type="datetimeFigureOut">
              <a:rPr lang="ru-RU" smtClean="0"/>
              <a:t>17.01.2025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0A93D0-1822-41C0-9AD3-73C802677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8A9973-7130-4978-A483-58E6A7450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5E69E-57DE-4147-B479-495ECBC02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03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graphicFrame>
        <p:nvGraphicFramePr>
          <p:cNvPr id="8" name="Таблица 4">
            <a:extLst>
              <a:ext uri="{FF2B5EF4-FFF2-40B4-BE49-F238E27FC236}">
                <a16:creationId xmlns:a16="http://schemas.microsoft.com/office/drawing/2014/main" id="{407A391F-A127-4514-AC8E-9F059CE94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551608"/>
              </p:ext>
            </p:extLst>
          </p:nvPr>
        </p:nvGraphicFramePr>
        <p:xfrm>
          <a:off x="2581274" y="274320"/>
          <a:ext cx="6381751" cy="630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6726">
                  <a:extLst>
                    <a:ext uri="{9D8B030D-6E8A-4147-A177-3AD203B41FA5}">
                      <a16:colId xmlns:a16="http://schemas.microsoft.com/office/drawing/2014/main" val="451192676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3380419373"/>
                    </a:ext>
                  </a:extLst>
                </a:gridCol>
                <a:gridCol w="2092151">
                  <a:extLst>
                    <a:ext uri="{9D8B030D-6E8A-4147-A177-3AD203B41FA5}">
                      <a16:colId xmlns:a16="http://schemas.microsoft.com/office/drawing/2014/main" val="318556927"/>
                    </a:ext>
                  </a:extLst>
                </a:gridCol>
                <a:gridCol w="2260774">
                  <a:extLst>
                    <a:ext uri="{9D8B030D-6E8A-4147-A177-3AD203B41FA5}">
                      <a16:colId xmlns:a16="http://schemas.microsoft.com/office/drawing/2014/main" val="2558562415"/>
                    </a:ext>
                  </a:extLst>
                </a:gridCol>
              </a:tblGrid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14 января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№1 (1-1, 1-2, 1-3, 1-4)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001199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18 января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№2 (2-1, 2-2, 2-3, 2-4)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988868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22 января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№3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65446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25 января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№4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663057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29 января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№5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03458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 февраля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№6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676179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5 февраля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№7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481868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8 февраля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Пробник (№ 1 - 7)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18223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12 февраля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№8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092420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15 февраля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№9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315281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19 февраля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№10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836618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22 февраля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№11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742204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26 февраля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№12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869185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 марта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№13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20036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5 марта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Таблицы, Кумир, </a:t>
                      </a:r>
                      <a:r>
                        <a:rPr lang="en-US" sz="1200" dirty="0"/>
                        <a:t>Python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945136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8 марта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372611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12 марта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488324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15 марта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474075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19 марта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655397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22 марта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284890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26 марта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793042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Суббота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29 марта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984517"/>
                  </a:ext>
                </a:extLst>
              </a:tr>
              <a:tr h="256035">
                <a:tc>
                  <a:txBody>
                    <a:bodyPr/>
                    <a:lstStyle/>
                    <a:p>
                      <a:r>
                        <a:rPr lang="ru-RU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 апреля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712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18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7D4D7973-FBB2-4BDA-BB1F-1EF7BAEA867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/>
              <a:t>Есть 4 типа задач, которые могут попасться на ОГЭ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6381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№2-1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7D4D7973-FBB2-4BDA-BB1F-1EF7BAEA867E}"/>
              </a:ext>
            </a:extLst>
          </p:cNvPr>
          <p:cNvSpPr txBox="1">
            <a:spLocks/>
          </p:cNvSpPr>
          <p:nvPr/>
        </p:nvSpPr>
        <p:spPr>
          <a:xfrm>
            <a:off x="838200" y="177538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От разведчика была получена следующая шифрованная радиограмма, переданная с использованием азбуки Морзе:</a:t>
            </a:r>
            <a:endParaRPr lang="ru-RU" b="0" dirty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・・ーーー・ーーー・ーーー・ーー</a:t>
            </a:r>
            <a:endParaRPr lang="ru-RU" b="0" dirty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При передаче радиограммы было потеряно разбиение на буквы, но известно, что в радиограмме использовались только следующие буквы:</a:t>
            </a:r>
            <a:endParaRPr lang="ru-RU" b="0" dirty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При передаче радиограммы было потеряно разбиение на буквы, но известно, что в радиограмме использовались только следующие буквы: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endParaRPr lang="ru-RU" b="0" dirty="0">
              <a:effectLst/>
            </a:endParaRPr>
          </a:p>
          <a:p>
            <a:pPr algn="l"/>
            <a:endParaRPr lang="ru-RU" dirty="0"/>
          </a:p>
          <a:p>
            <a:pPr algn="l"/>
            <a:endParaRPr lang="ru-RU" dirty="0"/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Расшифруйте радиограмму. Запишите в ответе расшифрованную радиограмму.</a:t>
            </a:r>
            <a:endParaRPr lang="ru-RU" b="0" dirty="0">
              <a:effectLst/>
            </a:endParaRPr>
          </a:p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D6EACA-248C-43B9-BBE1-FAD6993D8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29000"/>
            <a:ext cx="7854757" cy="101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91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№2-1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7D4D7973-FBB2-4BDA-BB1F-1EF7BAEA867E}"/>
              </a:ext>
            </a:extLst>
          </p:cNvPr>
          <p:cNvSpPr txBox="1">
            <a:spLocks/>
          </p:cNvSpPr>
          <p:nvPr/>
        </p:nvSpPr>
        <p:spPr>
          <a:xfrm>
            <a:off x="838200" y="177538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spcBef>
                <a:spcPts val="0"/>
              </a:spcBef>
              <a:spcAft>
                <a:spcPts val="0"/>
              </a:spcAft>
            </a:pP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2985C4-651B-4E74-A4FA-D5F3EF961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49" y="2316303"/>
            <a:ext cx="5165146" cy="137489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C525B29-1824-47C7-8816-F5AB6125B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49" y="3717849"/>
            <a:ext cx="5165146" cy="117569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617F2B5-E286-488B-B2A6-B9EAD7BE9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122" y="3717849"/>
            <a:ext cx="5539050" cy="10395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5AF3B60-BF9C-47FA-9282-F32C85CE61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1876" y="2405873"/>
            <a:ext cx="5475296" cy="11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38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BEA23-F0FD-4468-87DF-589C4D5C01D9}"/>
              </a:ext>
            </a:extLst>
          </p:cNvPr>
          <p:cNvSpPr txBox="1"/>
          <p:nvPr/>
        </p:nvSpPr>
        <p:spPr>
          <a:xfrm>
            <a:off x="838200" y="1879041"/>
            <a:ext cx="99852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Валя шифрует русские слова (последовательности букв), записывая вместо каждой буквы ее код: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Некоторые цепочки можно расшифровать не одним способом. Например, 00010101 может означать не только СКА, но и СНК. Даны три кодовые цепочки: </a:t>
            </a:r>
          </a:p>
          <a:p>
            <a:r>
              <a:rPr lang="ru-RU" dirty="0"/>
              <a:t>1010110</a:t>
            </a:r>
          </a:p>
          <a:p>
            <a:r>
              <a:rPr lang="ru-RU" dirty="0"/>
              <a:t>100000101</a:t>
            </a:r>
          </a:p>
          <a:p>
            <a:r>
              <a:rPr lang="ru-RU" dirty="0"/>
              <a:t>00011110001</a:t>
            </a:r>
          </a:p>
          <a:p>
            <a:r>
              <a:rPr lang="ru-RU" dirty="0"/>
              <a:t>Найдите среди них ту, которая имеет только одну расшифровку, и запишите в ответе расшифрованное слово.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AD1053B-4403-4C88-9378-B04382B8C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93" y="2298573"/>
            <a:ext cx="5320557" cy="105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9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№2-3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BEA23-F0FD-4468-87DF-589C4D5C01D9}"/>
              </a:ext>
            </a:extLst>
          </p:cNvPr>
          <p:cNvSpPr txBox="1"/>
          <p:nvPr/>
        </p:nvSpPr>
        <p:spPr>
          <a:xfrm>
            <a:off x="838200" y="1879041"/>
            <a:ext cx="99852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Андрей решил зашифровать послание для своего друга Ивана, используя неравномерный</a:t>
            </a:r>
          </a:p>
          <a:p>
            <a:r>
              <a:rPr lang="ru-RU" dirty="0"/>
              <a:t>пятеричный код. Ниже представлены два зашифрованных сообщения: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Только одно из этих сообщений содержит одну букву «С». Найдите сообщение, в котором.</a:t>
            </a:r>
          </a:p>
          <a:p>
            <a:r>
              <a:rPr lang="ru-RU" dirty="0"/>
              <a:t>присутствует ровно одна буква «С», и расшифруйте его, используя кодовую таблицу,</a:t>
            </a:r>
          </a:p>
          <a:p>
            <a:r>
              <a:rPr lang="ru-RU" dirty="0"/>
              <a:t>представленную ниже. В ответе запишите расшифрованное сообщение.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EDADB8-6885-45D2-9A6F-988965AF8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348" y="2533326"/>
            <a:ext cx="3020896" cy="92333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CB5A76-F20B-45D4-BF8E-CC4E02B8E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530553"/>
            <a:ext cx="6125308" cy="109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3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№2-4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BEA23-F0FD-4468-87DF-589C4D5C01D9}"/>
              </a:ext>
            </a:extLst>
          </p:cNvPr>
          <p:cNvSpPr txBox="1"/>
          <p:nvPr/>
        </p:nvSpPr>
        <p:spPr>
          <a:xfrm>
            <a:off x="838200" y="1879041"/>
            <a:ext cx="998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Вася шифрует русские слова, записывая вместо каждой буквы ее номер в алфавите (без пробелов). Номера букв даны в таблице: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B5CADC-DDCE-4054-A93A-2C9DC2318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38" y="2661948"/>
            <a:ext cx="2393484" cy="3518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2AD30C-C6E1-4FDA-876C-D65A0A07231A}"/>
              </a:ext>
            </a:extLst>
          </p:cNvPr>
          <p:cNvSpPr txBox="1"/>
          <p:nvPr/>
        </p:nvSpPr>
        <p:spPr>
          <a:xfrm>
            <a:off x="3647552" y="2713055"/>
            <a:ext cx="71758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Некоторые шифровки можно расшифровать не одним способом. Например, 12112 может означать «АБАК», может  — «КАК», а может  — «АБААБ». Даны четыре шифровки:</a:t>
            </a:r>
          </a:p>
          <a:p>
            <a:endParaRPr lang="ru-RU" dirty="0"/>
          </a:p>
          <a:p>
            <a:r>
              <a:rPr lang="ru-RU" dirty="0"/>
              <a:t>112233</a:t>
            </a:r>
          </a:p>
          <a:p>
            <a:r>
              <a:rPr lang="ru-RU" dirty="0"/>
              <a:t>135793</a:t>
            </a:r>
          </a:p>
          <a:p>
            <a:r>
              <a:rPr lang="ru-RU" dirty="0"/>
              <a:t>203014</a:t>
            </a:r>
          </a:p>
          <a:p>
            <a:r>
              <a:rPr lang="ru-RU" dirty="0"/>
              <a:t>412030</a:t>
            </a:r>
          </a:p>
          <a:p>
            <a:endParaRPr lang="ru-RU" dirty="0"/>
          </a:p>
          <a:p>
            <a:r>
              <a:rPr lang="ru-RU" dirty="0"/>
              <a:t>Только одна из них расшифровывается единственным способом. Найдите ее и расшифруйте. То, что получилось, запишите в качестве ответа.</a:t>
            </a:r>
          </a:p>
        </p:txBody>
      </p:sp>
    </p:spTree>
    <p:extLst>
      <p:ext uri="{BB962C8B-B14F-4D97-AF65-F5344CB8AC3E}">
        <p14:creationId xmlns:p14="http://schemas.microsoft.com/office/powerpoint/2010/main" val="202143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E1A83E0-3FE5-490C-90D4-9CC2AD1286D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800"/>
              <a:t>Определи тип и основные данные:</a:t>
            </a:r>
            <a:endParaRPr lang="ru-RU" sz="4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F4254-DA03-4860-8F12-F554339371E9}"/>
              </a:ext>
            </a:extLst>
          </p:cNvPr>
          <p:cNvSpPr txBox="1"/>
          <p:nvPr/>
        </p:nvSpPr>
        <p:spPr>
          <a:xfrm>
            <a:off x="838200" y="1879041"/>
            <a:ext cx="99852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Валя шифрует русские слова (последовательности букв), записывая вместо каждой буквы ее код: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Некоторые цепочки можно расшифровать не одним способом. Например, 00010101 может означать не только СКА, но и СНК. Даны три кодовые цепочки: </a:t>
            </a:r>
          </a:p>
          <a:p>
            <a:r>
              <a:rPr lang="ru-RU" dirty="0"/>
              <a:t>1010110</a:t>
            </a:r>
          </a:p>
          <a:p>
            <a:r>
              <a:rPr lang="ru-RU" dirty="0"/>
              <a:t>100000101</a:t>
            </a:r>
          </a:p>
          <a:p>
            <a:r>
              <a:rPr lang="ru-RU" dirty="0"/>
              <a:t>00011110001</a:t>
            </a:r>
          </a:p>
          <a:p>
            <a:r>
              <a:rPr lang="ru-RU" dirty="0"/>
              <a:t>Найдите среди них ту, которая имеет только одну расшифровку, и запишите в ответе расшифрованное слово.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7DB2E04-5EF3-4251-B8C8-0D11C7A0B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93" y="2298573"/>
            <a:ext cx="5320557" cy="105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9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7D4D7973-FBB2-4BDA-BB1F-1EF7BAEA867E}"/>
              </a:ext>
            </a:extLst>
          </p:cNvPr>
          <p:cNvSpPr txBox="1">
            <a:spLocks/>
          </p:cNvSpPr>
          <p:nvPr/>
        </p:nvSpPr>
        <p:spPr>
          <a:xfrm>
            <a:off x="838200" y="177538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От разведчика была получена следующая шифрованная радиограмма, переданная с использованием азбуки Морзе:</a:t>
            </a:r>
            <a:endParaRPr lang="ru-RU" b="0" dirty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・・ーーー・ーーー・ーーー・ーー</a:t>
            </a:r>
            <a:endParaRPr lang="ru-RU" b="0" dirty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При передаче радиограммы было потеряно разбиение на буквы, но известно, что в радиограмме использовались только следующие буквы:</a:t>
            </a:r>
            <a:endParaRPr lang="ru-RU" b="0" dirty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При передаче радиограммы было потеряно разбиение на буквы, но известно, что в радиограмме использовались только следующие буквы: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endParaRPr lang="ru-RU" b="0" dirty="0">
              <a:effectLst/>
            </a:endParaRPr>
          </a:p>
          <a:p>
            <a:pPr algn="l"/>
            <a:endParaRPr lang="ru-RU" dirty="0"/>
          </a:p>
          <a:p>
            <a:pPr algn="l"/>
            <a:endParaRPr lang="ru-RU" dirty="0"/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Расшифруйте радиограмму. Запишите в ответе расшифрованную радиограмму.</a:t>
            </a:r>
            <a:endParaRPr lang="ru-RU" b="0" dirty="0">
              <a:effectLst/>
            </a:endParaRPr>
          </a:p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D6EACA-248C-43B9-BBE1-FAD6993D8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29000"/>
            <a:ext cx="7854757" cy="1017726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E1A83E0-3FE5-490C-90D4-9CC2AD1286D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800"/>
              <a:t>Определи тип и основные данные: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457221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E1A83E0-3FE5-490C-90D4-9CC2AD1286D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800"/>
              <a:t>Определи тип и основные данные:</a:t>
            </a:r>
            <a:endParaRPr lang="ru-RU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0D03C0-4191-4A1F-B4A8-D42E8532E425}"/>
              </a:ext>
            </a:extLst>
          </p:cNvPr>
          <p:cNvSpPr txBox="1"/>
          <p:nvPr/>
        </p:nvSpPr>
        <p:spPr>
          <a:xfrm>
            <a:off x="838200" y="1879041"/>
            <a:ext cx="998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Вася шифрует русские слова, записывая вместо каждой буквы ее номер в алфавите (без пробелов). Номера букв даны в таблице: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48629FC-34E1-4725-9CDB-1DEFA74A1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38" y="2661948"/>
            <a:ext cx="2393484" cy="35185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930D30-D75E-49B9-8935-55F84FE59BAF}"/>
              </a:ext>
            </a:extLst>
          </p:cNvPr>
          <p:cNvSpPr txBox="1"/>
          <p:nvPr/>
        </p:nvSpPr>
        <p:spPr>
          <a:xfrm>
            <a:off x="3647552" y="2713055"/>
            <a:ext cx="71758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Некоторые шифровки можно расшифровать не одним способом. Например, 12112 может означать «АБАК», может  — «КАК», а может  — «АБААБ». Даны четыре шифровки:</a:t>
            </a:r>
          </a:p>
          <a:p>
            <a:endParaRPr lang="ru-RU" dirty="0"/>
          </a:p>
          <a:p>
            <a:r>
              <a:rPr lang="ru-RU" dirty="0"/>
              <a:t>112233</a:t>
            </a:r>
          </a:p>
          <a:p>
            <a:r>
              <a:rPr lang="ru-RU" dirty="0"/>
              <a:t>135793</a:t>
            </a:r>
          </a:p>
          <a:p>
            <a:r>
              <a:rPr lang="ru-RU" dirty="0"/>
              <a:t>203014</a:t>
            </a:r>
          </a:p>
          <a:p>
            <a:r>
              <a:rPr lang="ru-RU" dirty="0"/>
              <a:t>412030</a:t>
            </a:r>
          </a:p>
          <a:p>
            <a:endParaRPr lang="ru-RU" dirty="0"/>
          </a:p>
          <a:p>
            <a:r>
              <a:rPr lang="ru-RU" dirty="0"/>
              <a:t>Только одна из них расшифровывается единственным способом. Найдите ее и расшифруйте. То, что получилось, запишите в качестве ответа.</a:t>
            </a:r>
          </a:p>
        </p:txBody>
      </p:sp>
    </p:spTree>
    <p:extLst>
      <p:ext uri="{BB962C8B-B14F-4D97-AF65-F5344CB8AC3E}">
        <p14:creationId xmlns:p14="http://schemas.microsoft.com/office/powerpoint/2010/main" val="406230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E1A83E0-3FE5-490C-90D4-9CC2AD1286D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800"/>
              <a:t>Определи тип и основные данные:</a:t>
            </a:r>
            <a:endParaRPr lang="ru-RU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5ACA7-401C-40B9-9F07-F32D408851A6}"/>
              </a:ext>
            </a:extLst>
          </p:cNvPr>
          <p:cNvSpPr txBox="1"/>
          <p:nvPr/>
        </p:nvSpPr>
        <p:spPr>
          <a:xfrm>
            <a:off x="838200" y="1879041"/>
            <a:ext cx="99852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Андрей решил зашифровать послание для своего друга Ивана, используя неравномерный</a:t>
            </a:r>
          </a:p>
          <a:p>
            <a:r>
              <a:rPr lang="ru-RU" dirty="0"/>
              <a:t>пятеричный код. Ниже представлены два зашифрованных сообщения: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Только одно из этих сообщений содержит одну букву «С». Найдите сообщение, в котором.</a:t>
            </a:r>
          </a:p>
          <a:p>
            <a:r>
              <a:rPr lang="ru-RU" dirty="0"/>
              <a:t>присутствует ровно одна буква «С», и расшифруйте его, используя кодовую таблицу,</a:t>
            </a:r>
          </a:p>
          <a:p>
            <a:r>
              <a:rPr lang="ru-RU" dirty="0"/>
              <a:t>представленную ниже. В ответе запишите расшифрованное сообщение.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6D5425-85D2-4D2D-BD27-9DCF59088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348" y="2533326"/>
            <a:ext cx="3020896" cy="92333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F5837B-AA81-493B-BD47-8A4C5418A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530553"/>
            <a:ext cx="6125308" cy="109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31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979AB811-32CE-47DF-BDAB-AD4B2753E2BC}"/>
              </a:ext>
            </a:extLst>
          </p:cNvPr>
          <p:cNvSpPr txBox="1">
            <a:spLocks/>
          </p:cNvSpPr>
          <p:nvPr/>
        </p:nvSpPr>
        <p:spPr>
          <a:xfrm>
            <a:off x="3500777" y="3015966"/>
            <a:ext cx="5190445" cy="8260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Решение задач</a:t>
            </a:r>
          </a:p>
        </p:txBody>
      </p:sp>
    </p:spTree>
    <p:extLst>
      <p:ext uri="{BB962C8B-B14F-4D97-AF65-F5344CB8AC3E}">
        <p14:creationId xmlns:p14="http://schemas.microsoft.com/office/powerpoint/2010/main" val="211669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№2-1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7D4D7973-FBB2-4BDA-BB1F-1EF7BAEA867E}"/>
              </a:ext>
            </a:extLst>
          </p:cNvPr>
          <p:cNvSpPr txBox="1">
            <a:spLocks/>
          </p:cNvSpPr>
          <p:nvPr/>
        </p:nvSpPr>
        <p:spPr>
          <a:xfrm>
            <a:off x="838200" y="177538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От разведчика была получена следующая шифрованная радиограмма, переданная с использованием азбуки Морзе:</a:t>
            </a:r>
            <a:endParaRPr lang="ru-RU" b="0" dirty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・・ーーー・ーーー・ーーー・ーー</a:t>
            </a:r>
            <a:endParaRPr lang="ru-RU" b="0" dirty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При передаче радиограммы было потеряно разбиение на буквы, но известно, что в радиограмме использовались только следующие буквы:</a:t>
            </a:r>
            <a:endParaRPr lang="ru-RU" b="0" dirty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При передаче радиограммы было потеряно разбиение на буквы, но известно, что в радиограмме использовались только следующие буквы: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endParaRPr lang="ru-RU" b="0" dirty="0">
              <a:effectLst/>
            </a:endParaRPr>
          </a:p>
          <a:p>
            <a:pPr algn="l"/>
            <a:endParaRPr lang="ru-RU" dirty="0"/>
          </a:p>
          <a:p>
            <a:pPr algn="l"/>
            <a:endParaRPr lang="ru-RU" dirty="0"/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Расшифруйте радиограмму. Запишите в ответе расшифрованную радиограмму.</a:t>
            </a:r>
            <a:endParaRPr lang="ru-RU" b="0" dirty="0">
              <a:effectLst/>
            </a:endParaRPr>
          </a:p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D6EACA-248C-43B9-BBE1-FAD6993D8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29000"/>
            <a:ext cx="7854757" cy="101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00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BEA23-F0FD-4468-87DF-589C4D5C01D9}"/>
              </a:ext>
            </a:extLst>
          </p:cNvPr>
          <p:cNvSpPr txBox="1"/>
          <p:nvPr/>
        </p:nvSpPr>
        <p:spPr>
          <a:xfrm>
            <a:off x="838200" y="1879041"/>
            <a:ext cx="99852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Валя шифрует русские слова (последовательности букв), записывая вместо каждой буквы ее код: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Некоторые цепочки можно расшифровать не одним способом. Например, 00010101 может означать не только СКА, но и СНК. Даны три кодовые цепочки: </a:t>
            </a:r>
          </a:p>
          <a:p>
            <a:r>
              <a:rPr lang="ru-RU" dirty="0"/>
              <a:t>1010110</a:t>
            </a:r>
          </a:p>
          <a:p>
            <a:r>
              <a:rPr lang="ru-RU" dirty="0"/>
              <a:t>100000101</a:t>
            </a:r>
          </a:p>
          <a:p>
            <a:r>
              <a:rPr lang="ru-RU" dirty="0"/>
              <a:t>00011110001</a:t>
            </a:r>
          </a:p>
          <a:p>
            <a:r>
              <a:rPr lang="ru-RU" dirty="0"/>
              <a:t>Найдите среди них ту, которая имеет только одну расшифровку, и запишите в ответе расшифрованное слово.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AD1053B-4403-4C88-9378-B04382B8C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93" y="2298573"/>
            <a:ext cx="5320557" cy="105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561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№2-3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BEA23-F0FD-4468-87DF-589C4D5C01D9}"/>
              </a:ext>
            </a:extLst>
          </p:cNvPr>
          <p:cNvSpPr txBox="1"/>
          <p:nvPr/>
        </p:nvSpPr>
        <p:spPr>
          <a:xfrm>
            <a:off x="838200" y="1879041"/>
            <a:ext cx="99852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Андрей решил зашифровать послание для своего друга Ивана, используя неравномерный</a:t>
            </a:r>
          </a:p>
          <a:p>
            <a:r>
              <a:rPr lang="ru-RU" dirty="0"/>
              <a:t>пятеричный код. Ниже представлены два зашифрованных сообщения: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Только одно из этих сообщений содержит одну букву «С». Найдите сообщение, в котором.</a:t>
            </a:r>
          </a:p>
          <a:p>
            <a:r>
              <a:rPr lang="ru-RU" dirty="0"/>
              <a:t>присутствует ровно одна буква «С», и расшифруйте его, используя кодовую таблицу,</a:t>
            </a:r>
          </a:p>
          <a:p>
            <a:r>
              <a:rPr lang="ru-RU" dirty="0"/>
              <a:t>представленную ниже. В ответе запишите расшифрованное сообщение.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EDADB8-6885-45D2-9A6F-988965AF8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348" y="2533326"/>
            <a:ext cx="3020896" cy="92333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CB5A76-F20B-45D4-BF8E-CC4E02B8E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530553"/>
            <a:ext cx="6125308" cy="109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84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4C9B17-0264-4B70-B02C-C840169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429" y="4893547"/>
            <a:ext cx="2105970" cy="2687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75996-8A89-4728-A715-D3EF4AC3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5947" y="-805204"/>
            <a:ext cx="2944167" cy="24786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C3BB9B2-1060-43EA-AB4D-15211ACEEA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/>
              <a:t>Задача №2-4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BEA23-F0FD-4468-87DF-589C4D5C01D9}"/>
              </a:ext>
            </a:extLst>
          </p:cNvPr>
          <p:cNvSpPr txBox="1"/>
          <p:nvPr/>
        </p:nvSpPr>
        <p:spPr>
          <a:xfrm>
            <a:off x="838200" y="1879041"/>
            <a:ext cx="998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Вася шифрует русские слова, записывая вместо каждой буквы ее номер в алфавите (без пробелов). Номера букв даны в таблице: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B5CADC-DDCE-4054-A93A-2C9DC2318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38" y="2661948"/>
            <a:ext cx="2393484" cy="3518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2AD30C-C6E1-4FDA-876C-D65A0A07231A}"/>
              </a:ext>
            </a:extLst>
          </p:cNvPr>
          <p:cNvSpPr txBox="1"/>
          <p:nvPr/>
        </p:nvSpPr>
        <p:spPr>
          <a:xfrm>
            <a:off x="3647552" y="2713055"/>
            <a:ext cx="71758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Некоторые шифровки можно расшифровать не одним способом. Например, 12112 может означать «АБАК», может  — «КАК», а может  — «АБААБ». Даны четыре шифровки:</a:t>
            </a:r>
          </a:p>
          <a:p>
            <a:endParaRPr lang="ru-RU" dirty="0"/>
          </a:p>
          <a:p>
            <a:r>
              <a:rPr lang="ru-RU" dirty="0"/>
              <a:t>112233</a:t>
            </a:r>
          </a:p>
          <a:p>
            <a:r>
              <a:rPr lang="ru-RU" dirty="0"/>
              <a:t>135793</a:t>
            </a:r>
          </a:p>
          <a:p>
            <a:r>
              <a:rPr lang="ru-RU" dirty="0"/>
              <a:t>203014</a:t>
            </a:r>
          </a:p>
          <a:p>
            <a:r>
              <a:rPr lang="ru-RU" dirty="0"/>
              <a:t>412030</a:t>
            </a:r>
          </a:p>
          <a:p>
            <a:endParaRPr lang="ru-RU" dirty="0"/>
          </a:p>
          <a:p>
            <a:r>
              <a:rPr lang="ru-RU" dirty="0"/>
              <a:t>Только одна из них расшифровывается единственным способом. Найдите ее и расшифруйте. То, что получилось, запишите в качестве ответа.</a:t>
            </a:r>
          </a:p>
        </p:txBody>
      </p:sp>
    </p:spTree>
    <p:extLst>
      <p:ext uri="{BB962C8B-B14F-4D97-AF65-F5344CB8AC3E}">
        <p14:creationId xmlns:p14="http://schemas.microsoft.com/office/powerpoint/2010/main" val="14365408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1048</Words>
  <Application>Microsoft Office PowerPoint</Application>
  <PresentationFormat>Широкоэкранный</PresentationFormat>
  <Paragraphs>215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Frams Mf</dc:creator>
  <cp:lastModifiedBy>Frams Mf</cp:lastModifiedBy>
  <cp:revision>19</cp:revision>
  <dcterms:created xsi:type="dcterms:W3CDTF">2025-01-16T18:59:48Z</dcterms:created>
  <dcterms:modified xsi:type="dcterms:W3CDTF">2025-01-16T21:07:34Z</dcterms:modified>
</cp:coreProperties>
</file>